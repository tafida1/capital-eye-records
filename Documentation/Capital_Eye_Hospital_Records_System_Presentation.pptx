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image" Target="../media/image-9-3.png"/><Relationship Id="rId7" Type="http://schemas.openxmlformats.org/officeDocument/2006/relationships/image" Target="../media/image-9-3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560320"/>
            <a:ext cx="6400800" cy="6400800"/>
          </a:xfrm>
          <a:prstGeom prst="ellipse">
            <a:avLst/>
          </a:prstGeom>
          <a:solidFill>
            <a:srgbClr val="09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pic>
        <p:nvPicPr>
          <p:cNvPr id="4" name="Image 0" descr="/home/claude/pptx/icons/ey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MUTAFS GLOBAL TECHNOLOGY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Eye Hospital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System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13232" y="41605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Documentation Suite  —  Executive &amp; Technical Overview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4892040"/>
            <a:ext cx="20116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507492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IV – VI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Technical Documentation  •  Database &amp; Deployment Guide  •  SOP &amp; ICT Governance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" y="59893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Capital Eye Hospital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Edition, Version 1.0  —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92224"/>
            <a:ext cx="530352" cy="530352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6" name="Image 0" descr="/home/claude/pptx/icons/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11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08483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design, technology stack, and platform foundations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15544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36792" y="1792224"/>
            <a:ext cx="530352" cy="530352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11" name="Image 1" descr="/home/claude/pptx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91109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Applications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40880" y="208483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design, Django applications, and data relationships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438144"/>
            <a:ext cx="530352" cy="530352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16" name="Image 2" descr="/home/claude/pptx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55701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383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Reporting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373075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control, audit logging, PDF and Excel reporting engine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080760" y="32004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36792" y="3438144"/>
            <a:ext cx="530352" cy="530352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21" name="Image 3" descr="/home/claude/pptx/icons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355701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3383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Operations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40880" y="373075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architecture, backup strategy, and disaster recovery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8463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5084064"/>
            <a:ext cx="530352" cy="530352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26" name="Image 4" descr="/home/claude/pptx/icons/balanc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20293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029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08760" y="53766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governance, SOPs, and quality assurance framework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80760" y="48463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36792" y="5084064"/>
            <a:ext cx="530352" cy="530352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31" name="Image 5" descr="/home/claude/pptx/icons/roa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520293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5029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040880" y="53766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maintenance, incident management, and future growth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Eye Hospital Records System — Enterprise Documentation Suite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&amp; Intended Audience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5623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Capital Eye Hospital Records System (CEHRS) is a purpose-built Django platform that digitizes patient registration, clinical consultation, eye examination, treatment, billing, and reporting for Capital Eye Hospital — replacing manual registers with a secure, auditable, single source of truth.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documentation suite is intended for: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5623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Django Developers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Administrators &amp; DevOps Engineers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Administrators &amp; Technical Consultants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&amp; Governance Teams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572768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pic>
        <p:nvPicPr>
          <p:cNvPr id="8" name="Image 0" descr="/home/claude/pptx/icons/cod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9712" y="1956816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35240" y="17190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635240" y="23957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Applications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0" y="3127248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pic>
        <p:nvPicPr>
          <p:cNvPr id="12" name="Image 1" descr="/home/claude/pptx/icons/databas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3511296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32735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16+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7635240" y="3950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Entities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583680" y="4681728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pic>
        <p:nvPicPr>
          <p:cNvPr id="16" name="Image 2" descr="/home/claude/pptx/icons/book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5065776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35240" y="48280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7635240" y="55046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Volumes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Eye Hospital Records System — Enterprise Documentation Suite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Software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CEHRS follows a modular, layered architecture that separates presentation, business logic, data access, and infrastructure — simplifying maintenance and supporting future expansion.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0607040" cy="749808"/>
          </a:xfrm>
          <a:prstGeom prst="roundRect">
            <a:avLst>
              <a:gd name="adj" fmla="val 7317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3172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233172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— HTML5, CSS3, Bootstrap 5, JavaScript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12180" y="3054096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136392"/>
            <a:ext cx="10607040" cy="749808"/>
          </a:xfrm>
          <a:prstGeom prst="roundRect">
            <a:avLst>
              <a:gd name="adj" fmla="val 731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136392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3136392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Views — Function-Based Views handling CRUD &amp; workflow rules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12180" y="3858768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941064"/>
            <a:ext cx="10607040" cy="749808"/>
          </a:xfrm>
          <a:prstGeom prst="roundRect">
            <a:avLst>
              <a:gd name="adj" fmla="val 7317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4106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3941064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 — model validation, relationships, business rules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12180" y="4663440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745736"/>
            <a:ext cx="10607040" cy="749808"/>
          </a:xfrm>
          <a:prstGeom prst="roundRect">
            <a:avLst>
              <a:gd name="adj" fmla="val 731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74573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4745736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(Production) / SQLite (Development)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12180" y="5468112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5550408"/>
            <a:ext cx="10607040" cy="749808"/>
          </a:xfrm>
          <a:prstGeom prst="roundRect">
            <a:avLst>
              <a:gd name="adj" fmla="val 7317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5550408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5550408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Server, Waitress WSGI, Hospital LAN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Eye Hospital Records System — Enterprise Documentation Suite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8716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94767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x/icons/pyth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44" y="209397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7919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302666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55264" y="1691640"/>
            <a:ext cx="248716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9664" y="194767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x/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09397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46704" y="267919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5.2.8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346704" y="302666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61888" y="1691640"/>
            <a:ext cx="248716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76288" y="194767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pptx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209397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53328" y="267919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053328" y="302666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database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668512" y="1691640"/>
            <a:ext cx="248716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82912" y="194767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pptx/icons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16" y="2093976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59952" y="267919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759952" y="302666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database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776472"/>
            <a:ext cx="248716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463040" y="4032504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pptx/icons/lay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9344" y="417880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" y="476402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40080" y="511149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JS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255264" y="3776472"/>
            <a:ext cx="248716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169664" y="4032504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pptx/icons/pdf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4178808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346704" y="476402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346704" y="511149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engine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961888" y="3776472"/>
            <a:ext cx="248716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876288" y="4032504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/home/claude/pptx/icons/excel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2592" y="4178808"/>
            <a:ext cx="365760" cy="3657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053328" y="476402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053328" y="511149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 engine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668512" y="3776472"/>
            <a:ext cx="248716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582912" y="4032504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/home/claude/pptx/icons/window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9216" y="4178808"/>
            <a:ext cx="365760" cy="3657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759952" y="476402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Waitress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8759952" y="511149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WSGI on Windows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Eye Hospital Records System — Enterprise Documentation Suite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Architecture &amp; Core Entities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Dual-Environment Strategy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39696"/>
            <a:ext cx="457200" cy="457200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7" name="Image 0" descr="/home/claude/pptx/icons/cod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5856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0299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234086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fast local iteration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" y="3191256"/>
            <a:ext cx="457200" cy="457200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12" name="Image 1" descr="/home/claude/pptx/icons/databas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31012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371600" y="339242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ACID compliance, concurrency, scalability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48640" y="41605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is enforced via foreign-key constraints, supplemented by Django model-level validation. Indexes cover patient file numbers, visit dates, and appointment dates.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74920" y="15087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Entities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074920" y="1920240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18" name="Text 14"/>
          <p:cNvSpPr/>
          <p:nvPr/>
        </p:nvSpPr>
        <p:spPr>
          <a:xfrm>
            <a:off x="5120640" y="192024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665976" y="1920240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20" name="Text 16"/>
          <p:cNvSpPr/>
          <p:nvPr/>
        </p:nvSpPr>
        <p:spPr>
          <a:xfrm>
            <a:off x="6711696" y="192024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257032" y="1920240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22" name="Text 18"/>
          <p:cNvSpPr/>
          <p:nvPr/>
        </p:nvSpPr>
        <p:spPr>
          <a:xfrm>
            <a:off x="8302752" y="192024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9848088" y="1920240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24" name="Text 20"/>
          <p:cNvSpPr/>
          <p:nvPr/>
        </p:nvSpPr>
        <p:spPr>
          <a:xfrm>
            <a:off x="9893808" y="192024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Examination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074920" y="2615184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26" name="Text 22"/>
          <p:cNvSpPr/>
          <p:nvPr/>
        </p:nvSpPr>
        <p:spPr>
          <a:xfrm>
            <a:off x="5120640" y="261518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665976" y="2615184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28" name="Text 24"/>
          <p:cNvSpPr/>
          <p:nvPr/>
        </p:nvSpPr>
        <p:spPr>
          <a:xfrm>
            <a:off x="6711696" y="261518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257032" y="2615184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30" name="Text 26"/>
          <p:cNvSpPr/>
          <p:nvPr/>
        </p:nvSpPr>
        <p:spPr>
          <a:xfrm>
            <a:off x="8302752" y="261518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9848088" y="2615184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32" name="Text 28"/>
          <p:cNvSpPr/>
          <p:nvPr/>
        </p:nvSpPr>
        <p:spPr>
          <a:xfrm>
            <a:off x="9893808" y="261518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5074920" y="3310128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34" name="Text 30"/>
          <p:cNvSpPr/>
          <p:nvPr/>
        </p:nvSpPr>
        <p:spPr>
          <a:xfrm>
            <a:off x="5120640" y="331012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665976" y="3310128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36" name="Text 32"/>
          <p:cNvSpPr/>
          <p:nvPr/>
        </p:nvSpPr>
        <p:spPr>
          <a:xfrm>
            <a:off x="6711696" y="331012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8257032" y="3310128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38" name="Text 34"/>
          <p:cNvSpPr/>
          <p:nvPr/>
        </p:nvSpPr>
        <p:spPr>
          <a:xfrm>
            <a:off x="8302752" y="331012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9848088" y="3310128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40" name="Text 36"/>
          <p:cNvSpPr/>
          <p:nvPr/>
        </p:nvSpPr>
        <p:spPr>
          <a:xfrm>
            <a:off x="9893808" y="331012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5074920" y="4005072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42" name="Text 38"/>
          <p:cNvSpPr/>
          <p:nvPr/>
        </p:nvSpPr>
        <p:spPr>
          <a:xfrm>
            <a:off x="5120640" y="400507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6665976" y="4005072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44" name="Text 40"/>
          <p:cNvSpPr/>
          <p:nvPr/>
        </p:nvSpPr>
        <p:spPr>
          <a:xfrm>
            <a:off x="6711696" y="400507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Settings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8257032" y="4005072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46" name="Text 42"/>
          <p:cNvSpPr/>
          <p:nvPr/>
        </p:nvSpPr>
        <p:spPr>
          <a:xfrm>
            <a:off x="8302752" y="400507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9848088" y="4005072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48" name="Text 44"/>
          <p:cNvSpPr/>
          <p:nvPr/>
        </p:nvSpPr>
        <p:spPr>
          <a:xfrm>
            <a:off x="9893808" y="400507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Eye Hospital Records System — Enterprise Documentation Suite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929384"/>
            <a:ext cx="512064" cy="512064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6" name="Image 0" descr="/home/claude/pptx/icons/lock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25877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6384" y="292608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roles, permissions &amp; password management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0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43984" y="1929384"/>
            <a:ext cx="512064" cy="512064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11" name="Image 1" descr="/home/claude/pptx/icons/layers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5740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43984" y="25877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443984" y="292608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landing page &amp; shared utilities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63840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01584" y="1929384"/>
            <a:ext cx="512064" cy="512064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16" name="Image 2" descr="/home/claude/pptx/icons/fileMedical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05740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01584" y="25877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101584" y="292608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visits, consultation, billing — largest app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6384" y="4169664"/>
            <a:ext cx="512064" cy="512064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21" name="Image 3" descr="/home/claude/pptx/icons/clipboard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9768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6384" y="48280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86384" y="51663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logging of logins, edits, deletions &amp; reports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06240" y="393192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43984" y="4169664"/>
            <a:ext cx="512064" cy="512064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26" name="Image 4" descr="/home/claude/pptx/icons/bolt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29768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43984" y="48280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443984" y="51663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alerts, announcements &amp; backup reminders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863840" y="393192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01584" y="4169664"/>
            <a:ext cx="512064" cy="512064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31" name="Image 5" descr="/home/claude/pptx/icons/cogs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29768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01584" y="48280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settings_app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101584" y="51663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Branding, hospital identity &amp; system preferences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Eye Hospital Records System — Enterprise Documentation Suite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91F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Authentication, Authorization &amp; Audit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66360" cy="1691640"/>
          </a:xfrm>
          <a:prstGeom prst="roundRect">
            <a:avLst>
              <a:gd name="adj" fmla="val 4865"/>
            </a:avLst>
          </a:prstGeom>
          <a:solidFill>
            <a:srgbClr val="091F33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7" name="Image 0" descr="/home/claude/pptx/icons/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9397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110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23774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auth framework + RBAC governs every protected view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1691640"/>
            <a:ext cx="5166360" cy="1691640"/>
          </a:xfrm>
          <a:prstGeom prst="roundRect">
            <a:avLst>
              <a:gd name="adj" fmla="val 4865"/>
            </a:avLst>
          </a:prstGeom>
          <a:solidFill>
            <a:srgbClr val="091F33"/>
          </a:solidFill>
          <a:ln/>
        </p:spPr>
      </p:sp>
      <p:sp>
        <p:nvSpPr>
          <p:cNvPr id="11" name="Shape 8"/>
          <p:cNvSpPr/>
          <p:nvPr/>
        </p:nvSpPr>
        <p:spPr>
          <a:xfrm>
            <a:off x="6309360" y="196596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2" name="Image 1" descr="/home/claude/pptx/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209397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19110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Middleware Security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040880" y="23774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password-change redirection, session timeout enforcement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5166360" cy="1691640"/>
          </a:xfrm>
          <a:prstGeom prst="roundRect">
            <a:avLst>
              <a:gd name="adj" fmla="val 4865"/>
            </a:avLst>
          </a:prstGeom>
          <a:solidFill>
            <a:srgbClr val="091F33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7" name="Image 2" descr="/home/claude/pptx/icons/clipboar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05993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87705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Audit Logging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54480" y="43434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login, edit, deletion, report and password reset is logged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035040" y="3657600"/>
            <a:ext cx="5166360" cy="1691640"/>
          </a:xfrm>
          <a:prstGeom prst="roundRect">
            <a:avLst>
              <a:gd name="adj" fmla="val 4865"/>
            </a:avLst>
          </a:prstGeom>
          <a:solidFill>
            <a:srgbClr val="091F33"/>
          </a:solidFill>
          <a:ln/>
        </p:spPr>
      </p:sp>
      <p:sp>
        <p:nvSpPr>
          <p:cNvPr id="21" name="Shape 16"/>
          <p:cNvSpPr/>
          <p:nvPr/>
        </p:nvSpPr>
        <p:spPr>
          <a:xfrm>
            <a:off x="6309360" y="39319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2" name="Image 3" descr="/home/claude/pptx/icons/userM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405993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387705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 Password Hashing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040880" y="43434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Django's cryptographic hashing secures every credential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Eye Hospital Records System — Enterprise Documentation Suite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Engine &amp;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8468" y="1810512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x/icons/pd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" y="19659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06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Engine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3232" y="3182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records, clinical summaries, official printable reports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60020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1668" y="1810512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pptx/icons/exce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16" y="196596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606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Engine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83280" y="28803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56432" y="3182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exports, data reconciliation &amp; analytics-ready sheets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35508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Report Types</a:t>
            </a:r>
            <a:endParaRPr lang="en-US" sz="1400" dirty="0"/>
          </a:p>
        </p:txBody>
      </p:sp>
      <p:pic>
        <p:nvPicPr>
          <p:cNvPr id="17" name="Image 2" descr="/home/claude/pptx/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84248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Reports</a:t>
            </a:r>
            <a:endParaRPr lang="en-US" sz="1250" dirty="0"/>
          </a:p>
        </p:txBody>
      </p:sp>
      <p:pic>
        <p:nvPicPr>
          <p:cNvPr id="19" name="Image 3" descr="/home/claude/pptx/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350008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7512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</a:t>
            </a:r>
            <a:endParaRPr lang="en-US" sz="1250" dirty="0"/>
          </a:p>
        </p:txBody>
      </p:sp>
      <p:pic>
        <p:nvPicPr>
          <p:cNvPr id="21" name="Image 4" descr="/home/claude/pptx/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715768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7512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Reports</a:t>
            </a:r>
            <a:endParaRPr lang="en-US" sz="1250" dirty="0"/>
          </a:p>
        </p:txBody>
      </p:sp>
      <p:pic>
        <p:nvPicPr>
          <p:cNvPr id="23" name="Image 5" descr="/home/claude/pptx/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081528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67512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Reports</a:t>
            </a:r>
            <a:endParaRPr lang="en-US" sz="1250" dirty="0"/>
          </a:p>
        </p:txBody>
      </p:sp>
      <p:pic>
        <p:nvPicPr>
          <p:cNvPr id="25" name="Image 6" descr="/home/claude/pptx/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447288"/>
            <a:ext cx="182880" cy="1828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675120" y="3429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Reports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548640" y="40233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pic>
        <p:nvPicPr>
          <p:cNvPr id="28" name="Image 7" descr="/home/claude/pptx/icons/chart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370832"/>
            <a:ext cx="502920" cy="50292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600200" y="42793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Statistics</a:t>
            </a:r>
            <a:endParaRPr lang="en-US" sz="1300" dirty="0"/>
          </a:p>
        </p:txBody>
      </p:sp>
      <p:sp>
        <p:nvSpPr>
          <p:cNvPr id="30" name="Text 20"/>
          <p:cNvSpPr/>
          <p:nvPr/>
        </p:nvSpPr>
        <p:spPr>
          <a:xfrm>
            <a:off x="1600200" y="45994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 volume, appointments &amp; financial summaries</a:t>
            </a:r>
            <a:endParaRPr lang="en-US" sz="1050" dirty="0"/>
          </a:p>
        </p:txBody>
      </p:sp>
      <p:pic>
        <p:nvPicPr>
          <p:cNvPr id="31" name="Image 8" descr="/home/claude/pptx/icons/hospital_amb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4370832"/>
            <a:ext cx="502920" cy="50292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995160" y="42793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Overview</a:t>
            </a:r>
            <a:endParaRPr lang="en-US" sz="1300" dirty="0"/>
          </a:p>
        </p:txBody>
      </p:sp>
      <p:sp>
        <p:nvSpPr>
          <p:cNvPr id="33" name="Text 22"/>
          <p:cNvSpPr/>
          <p:nvPr/>
        </p:nvSpPr>
        <p:spPr>
          <a:xfrm>
            <a:off x="6995160" y="45994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KPIs give administrators at-a-glance visibility</a:t>
            </a:r>
            <a:endParaRPr lang="en-US" sz="1050" dirty="0"/>
          </a:p>
        </p:txBody>
      </p:sp>
      <p:sp>
        <p:nvSpPr>
          <p:cNvPr id="34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Eye Hospital Records System — Enterprise Documentation Suite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 Deployment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288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2011680"/>
            <a:ext cx="585216" cy="585216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6" name="Image 0" descr="/home/claude/pptx/icons/userMd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214884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670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Doctors, nurses,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cashiers, receptionists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377440" y="2212848"/>
            <a:ext cx="480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57500" y="1828800"/>
            <a:ext cx="18288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9292" y="2011680"/>
            <a:ext cx="585216" cy="585216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12" name="Image 1" descr="/home/claude/pptx/icons/network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21488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03220" y="2670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LAN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90322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local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network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686300" y="2212848"/>
            <a:ext cx="480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166360" y="1828800"/>
            <a:ext cx="18288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88152" y="2011680"/>
            <a:ext cx="585216" cy="585216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18" name="Image 2" descr="/home/claude/pptx/icons/server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14884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12080" y="2670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21208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+ Python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Django + Waitress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6995160" y="2212848"/>
            <a:ext cx="480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475220" y="1828800"/>
            <a:ext cx="18288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97012" y="2011680"/>
            <a:ext cx="585216" cy="585216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4" name="Image 3" descr="/home/claude/pptx/icons/databas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172" y="2148840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20940" y="2670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52094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9304020" y="2212848"/>
            <a:ext cx="480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784080" y="1828800"/>
            <a:ext cx="18288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405872" y="2011680"/>
            <a:ext cx="585216" cy="585216"/>
          </a:xfrm>
          <a:prstGeom prst="ellipse">
            <a:avLst/>
          </a:prstGeom>
          <a:solidFill>
            <a:srgbClr val="0D2B45"/>
          </a:solidFill>
          <a:ln/>
        </p:spPr>
      </p:sp>
      <p:pic>
        <p:nvPicPr>
          <p:cNvPr id="30" name="Image 4" descr="/home/claude/pptx/icons/cloudBackup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3032" y="2148840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829800" y="2670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Storage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982980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548640" y="3794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Setup Checklist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548640" y="416052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static IP address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PostgreSQL &amp; dependencies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Django project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Waitress &amp; Windows Firewall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355080" y="3794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Access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6355080" y="41605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0D2B45"/>
          </a:solidFill>
          <a:ln/>
        </p:spPr>
      </p:sp>
      <p:sp>
        <p:nvSpPr>
          <p:cNvPr id="37" name="Text 30"/>
          <p:cNvSpPr/>
          <p:nvPr/>
        </p:nvSpPr>
        <p:spPr>
          <a:xfrm>
            <a:off x="6537960" y="4251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http://192.168.1.100:8000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6537960" y="46451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workstations connect via the server's LAN address or local DNS name.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Eye Hospital Records System — Enterprise Documentation Suite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Strategy &amp; Disaster Recovery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Schedule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120640" cy="13716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5204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priorities: restore server hardware → PostgreSQL → Django application → media files → verify settings → test login → validate patient records → resume operations.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5080" y="1508760"/>
            <a:ext cx="5303520" cy="4251960"/>
          </a:xfrm>
          <a:prstGeom prst="roundRect">
            <a:avLst>
              <a:gd name="adj" fmla="val 1935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pic>
        <p:nvPicPr>
          <p:cNvPr id="8" name="Image 0" descr="/home/claude/pptx/icons/clipboard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81051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6948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Release Checklist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675120" y="242316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migrations applied — DEBUG=False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&amp; media files configured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backup tested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Waitress service running as Windows Service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 &amp; LAN connectivity verified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&amp; password policies enforced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Excel generation tested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 completed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&amp; documentation delivered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Eye Hospital Records System — Enterprise Documentation Suite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ICT Governance &amp; Accountability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675120" cy="4206240"/>
        </p:xfrm>
        <a:graphic>
          <a:graphicData uri="http://schemas.openxmlformats.org/drawingml/2006/table">
            <a:tbl>
              <a:tblPr/>
              <a:tblGrid>
                <a:gridCol w="2651760"/>
                <a:gridCol w="4023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oversight and policy 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Director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governance and service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Administrator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ICT Administrator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operations and infrastructure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Heads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within their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Mutafs Global 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maintenance, upgrades &amp; technical consultancy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498080" y="16002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Principles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498080" y="201168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07808" y="2112264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5"/>
          <p:cNvSpPr/>
          <p:nvPr/>
        </p:nvSpPr>
        <p:spPr>
          <a:xfrm>
            <a:off x="7607808" y="2112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73568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98080" y="2578608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607808" y="2679192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9"/>
          <p:cNvSpPr/>
          <p:nvPr/>
        </p:nvSpPr>
        <p:spPr>
          <a:xfrm>
            <a:off x="7607808" y="2679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73568" y="25786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98080" y="3145536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607808" y="3246120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3"/>
          <p:cNvSpPr/>
          <p:nvPr/>
        </p:nvSpPr>
        <p:spPr>
          <a:xfrm>
            <a:off x="7607808" y="3246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973568" y="31455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98080" y="3712464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607808" y="3813048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7"/>
          <p:cNvSpPr/>
          <p:nvPr/>
        </p:nvSpPr>
        <p:spPr>
          <a:xfrm>
            <a:off x="7607808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73568" y="37124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Optimization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498080" y="4279392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607808" y="4379976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Text 21"/>
          <p:cNvSpPr/>
          <p:nvPr/>
        </p:nvSpPr>
        <p:spPr>
          <a:xfrm>
            <a:off x="7607808" y="4379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973568" y="4279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Measurement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498080" y="484632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607808" y="4946904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8" name="Text 25"/>
          <p:cNvSpPr/>
          <p:nvPr/>
        </p:nvSpPr>
        <p:spPr>
          <a:xfrm>
            <a:off x="7607808" y="4946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73568" y="4846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Eye Hospital Records System — Enterprise Documentation Suite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Priorities &amp; Response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Response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6583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22656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2656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011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unavailable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62072"/>
            <a:ext cx="6583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076956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D98C2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769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8620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unavailable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28620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 hour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12464"/>
            <a:ext cx="6583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9273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273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71246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failure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371246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4 hours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562856"/>
            <a:ext cx="6583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77774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5B718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7777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456285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display issue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456285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24 hours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06640" y="16002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Lifecycle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06640" y="2011680"/>
            <a:ext cx="365760" cy="365760"/>
          </a:xfrm>
          <a:prstGeom prst="ellipse">
            <a:avLst/>
          </a:prstGeom>
          <a:solidFill>
            <a:srgbClr val="0D2B45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82128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80376" y="2377440"/>
            <a:ext cx="0" cy="146304"/>
          </a:xfrm>
          <a:prstGeom prst="line">
            <a:avLst/>
          </a:prstGeom>
          <a:noFill/>
          <a:ln w="19050">
            <a:solidFill>
              <a:srgbClr val="DCE4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2523744"/>
            <a:ext cx="365760" cy="365760"/>
          </a:xfrm>
          <a:prstGeom prst="ellipse">
            <a:avLst/>
          </a:prstGeom>
          <a:solidFill>
            <a:srgbClr val="0D2B45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82128" y="25237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580376" y="2889504"/>
            <a:ext cx="0" cy="146304"/>
          </a:xfrm>
          <a:prstGeom prst="line">
            <a:avLst/>
          </a:prstGeom>
          <a:noFill/>
          <a:ln w="19050">
            <a:solidFill>
              <a:srgbClr val="DCE4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06640" y="3035808"/>
            <a:ext cx="365760" cy="365760"/>
          </a:xfrm>
          <a:prstGeom prst="ellipse">
            <a:avLst/>
          </a:prstGeom>
          <a:solidFill>
            <a:srgbClr val="0D2B45"/>
          </a:solidFill>
          <a:ln/>
        </p:spPr>
      </p:sp>
      <p:sp>
        <p:nvSpPr>
          <p:cNvPr id="37" name="Text 35"/>
          <p:cNvSpPr/>
          <p:nvPr/>
        </p:nvSpPr>
        <p:spPr>
          <a:xfrm>
            <a:off x="740664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882128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580376" y="3401568"/>
            <a:ext cx="0" cy="146304"/>
          </a:xfrm>
          <a:prstGeom prst="line">
            <a:avLst/>
          </a:prstGeom>
          <a:noFill/>
          <a:ln w="19050">
            <a:solidFill>
              <a:srgbClr val="DCE4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06640" y="3547872"/>
            <a:ext cx="365760" cy="365760"/>
          </a:xfrm>
          <a:prstGeom prst="ellipse">
            <a:avLst/>
          </a:prstGeom>
          <a:solidFill>
            <a:srgbClr val="0D2B45"/>
          </a:solidFill>
          <a:ln/>
        </p:spPr>
      </p:sp>
      <p:sp>
        <p:nvSpPr>
          <p:cNvPr id="41" name="Text 39"/>
          <p:cNvSpPr/>
          <p:nvPr/>
        </p:nvSpPr>
        <p:spPr>
          <a:xfrm>
            <a:off x="740664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882128" y="3547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580376" y="3913632"/>
            <a:ext cx="0" cy="146304"/>
          </a:xfrm>
          <a:prstGeom prst="line">
            <a:avLst/>
          </a:prstGeom>
          <a:noFill/>
          <a:ln w="19050">
            <a:solidFill>
              <a:srgbClr val="DCE4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06640" y="4059936"/>
            <a:ext cx="365760" cy="365760"/>
          </a:xfrm>
          <a:prstGeom prst="ellipse">
            <a:avLst/>
          </a:prstGeom>
          <a:solidFill>
            <a:srgbClr val="0D2B45"/>
          </a:solidFill>
          <a:ln/>
        </p:spPr>
      </p:sp>
      <p:sp>
        <p:nvSpPr>
          <p:cNvPr id="45" name="Text 43"/>
          <p:cNvSpPr/>
          <p:nvPr/>
        </p:nvSpPr>
        <p:spPr>
          <a:xfrm>
            <a:off x="740664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882128" y="40599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7580376" y="4425696"/>
            <a:ext cx="0" cy="146304"/>
          </a:xfrm>
          <a:prstGeom prst="line">
            <a:avLst/>
          </a:prstGeom>
          <a:noFill/>
          <a:ln w="19050">
            <a:solidFill>
              <a:srgbClr val="DCE4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06640" y="4572000"/>
            <a:ext cx="365760" cy="365760"/>
          </a:xfrm>
          <a:prstGeom prst="ellipse">
            <a:avLst/>
          </a:prstGeom>
          <a:solidFill>
            <a:srgbClr val="0D2B45"/>
          </a:solidFill>
          <a:ln/>
        </p:spPr>
      </p:sp>
      <p:sp>
        <p:nvSpPr>
          <p:cNvPr id="49" name="Text 47"/>
          <p:cNvSpPr/>
          <p:nvPr/>
        </p:nvSpPr>
        <p:spPr>
          <a:xfrm>
            <a:off x="74066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882128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580376" y="4937760"/>
            <a:ext cx="0" cy="146304"/>
          </a:xfrm>
          <a:prstGeom prst="line">
            <a:avLst/>
          </a:prstGeom>
          <a:noFill/>
          <a:ln w="19050">
            <a:solidFill>
              <a:srgbClr val="DCE4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06640" y="5084064"/>
            <a:ext cx="365760" cy="365760"/>
          </a:xfrm>
          <a:prstGeom prst="ellipse">
            <a:avLst/>
          </a:prstGeom>
          <a:solidFill>
            <a:srgbClr val="0D2B45"/>
          </a:solidFill>
          <a:ln/>
        </p:spPr>
      </p:sp>
      <p:sp>
        <p:nvSpPr>
          <p:cNvPr id="53" name="Text 51"/>
          <p:cNvSpPr/>
          <p:nvPr/>
        </p:nvSpPr>
        <p:spPr>
          <a:xfrm>
            <a:off x="7406640" y="5084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882128" y="50840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Eye Hospital Records System — Enterprise Documentation Suite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CADENCE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Preventive Maintenance Schedule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15184" cy="4251960"/>
          </a:xfrm>
          <a:prstGeom prst="roundRect">
            <a:avLst>
              <a:gd name="adj" fmla="val 3147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3624" y="1874520"/>
            <a:ext cx="585216" cy="585216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/home/claude/pptx/icons/calenda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0116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060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579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application availability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successful backups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critical error logs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64992" y="1600200"/>
            <a:ext cx="2615184" cy="4251960"/>
          </a:xfrm>
          <a:prstGeom prst="roundRect">
            <a:avLst>
              <a:gd name="adj" fmla="val 314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874520"/>
            <a:ext cx="585216" cy="585216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1" name="Image 1" descr="/home/claude/pptx/icons/histor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01168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26060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21024" y="3108960"/>
            <a:ext cx="21579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 generation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audit logs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antivirus updates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81344" y="1600200"/>
            <a:ext cx="2615184" cy="4251960"/>
          </a:xfrm>
          <a:prstGeom prst="roundRect">
            <a:avLst>
              <a:gd name="adj" fmla="val 3147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96328" y="1874520"/>
            <a:ext cx="585216" cy="585216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6" name="Image 2" descr="/home/claude/pptx/icons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201168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72784" y="26060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37376" y="3108960"/>
            <a:ext cx="21579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PostgreSQL database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backup restoration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inactive accounts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97696" y="1600200"/>
            <a:ext cx="2615184" cy="4251960"/>
          </a:xfrm>
          <a:prstGeom prst="roundRect">
            <a:avLst>
              <a:gd name="adj" fmla="val 314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D2B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12680" y="1874520"/>
            <a:ext cx="585216" cy="585216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Image 3" descr="/home/claude/pptx/icons/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201168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89136" y="26060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53728" y="3108960"/>
            <a:ext cx="21579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security assessment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user permissions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hardware health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Eye Hospital Records System — Enterprise Documentation Suite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091F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Development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091F33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7" name="Image 0" descr="/home/claude/pptx/icons/fileMedica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283464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Module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Module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Module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Shop Module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Module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091F33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196596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2" name="Image 1" descr="/home/claude/pptx/icons/cod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03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36008" y="283464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&amp; Email Notifications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169164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091F33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196596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7" name="Image 2" descr="/home/claude/pptx/icons/buildin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03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30768" y="283464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Multi-Hospital Support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Health Integration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Integration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Referrals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Eye Hospital Records System — Enterprise Documentation Suite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091F33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474720"/>
            <a:ext cx="5029200" cy="50292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pic>
        <p:nvPicPr>
          <p:cNvPr id="4" name="Image 0" descr="/home/claude/pptx/icons/ey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2996" y="13716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468880"/>
            <a:ext cx="12188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Eye Hospital Records System — Enterprise Documentation Suite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88636" y="3977640"/>
            <a:ext cx="20116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2062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Mutafs Global Technology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Software Engineering  •  ICT Consultancy  •  Database Engineering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 •  Hospital Information Systems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Capital Eye Hospital  —  Enterprise Edition, Version 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Capital Eye Hospital Records System — Enterprise Documentation Suite</dc:title>
  <dc:subject>PptxGenJS Presentation</dc:subject>
  <dc:creator>Mutafs Global Technology</dc:creator>
  <cp:lastModifiedBy>Mutafs Global Technology</cp:lastModifiedBy>
  <cp:revision>1</cp:revision>
  <dcterms:created xsi:type="dcterms:W3CDTF">2026-07-02T14:16:52Z</dcterms:created>
  <dcterms:modified xsi:type="dcterms:W3CDTF">2026-07-02T14:16:52Z</dcterms:modified>
</cp:coreProperties>
</file>